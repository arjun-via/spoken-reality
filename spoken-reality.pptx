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d65cc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03954" y="1268760"/>
            <a:ext cx="3359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208644" y="1760190"/>
            <a:ext cx="272656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Spoken Reality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419500" y="2720280"/>
            <a:ext cx="230485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2400"/>
              </a:spcBef>
              <a:buNone/>
            </a:pPr>
            <a:r>
              <a:rPr lang="en-US" sz="165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it. Build it. Ship it.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052283" y="3623221"/>
            <a:ext cx="30394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ability to verbalize a concept becomes reality.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aa342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Paradigm is Broken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76250" y="1104900"/>
            <a:ext cx="3952875" cy="102870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95300" y="1104900"/>
            <a:ext cx="0" cy="102870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850" y="1295400"/>
            <a:ext cx="3604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"AI Coding" Tools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704850" y="1571625"/>
            <a:ext cx="36044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Lovable, Replit, Bolt — great for prototypes, collapse at production. They're code-lite, not code-invisible.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76250" y="2324100"/>
            <a:ext cx="3952875" cy="102870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95300" y="2324100"/>
            <a:ext cx="0" cy="102870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850" y="2514600"/>
            <a:ext cx="3604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IDEs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704850" y="2790825"/>
            <a:ext cx="36044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Windsurf, Copilot — bolt AI onto an old mental model. Still assume humans read, write, and edit code.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76250" y="3543300"/>
            <a:ext cx="3952875" cy="102870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95300" y="3543300"/>
            <a:ext cx="0" cy="102870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850" y="3733800"/>
            <a:ext cx="3604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Desktop-First Design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704850" y="4010025"/>
            <a:ext cx="36044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assumes a keyboard and text editor. None designed for voice. None built mobile-native.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810125" y="1104900"/>
            <a:ext cx="40319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10125" y="1443930"/>
            <a:ext cx="4031933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code is invisible infrastructure, what does the interface even look like?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810125" y="2335411"/>
            <a:ext cx="571500" cy="28575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10125" y="2668786"/>
            <a:ext cx="403193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has designed from first principles for a world where AI writes production code and humans only express intent.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4a965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Via: Voice-First Creation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76250" y="1124843"/>
            <a:ext cx="2635300" cy="1674465"/>
          </a:xfrm>
          <a:prstGeom prst="roundRect">
            <a:avLst>
              <a:gd name="adj" fmla="val 682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315343"/>
            <a:ext cx="229938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6750" y="1818233"/>
            <a:ext cx="2299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666750" y="2094458"/>
            <a:ext cx="229938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intentions, not prompts. Sub-second latency via Grok Voice API. Natural conversation, not commands.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302050" y="1124843"/>
            <a:ext cx="2635300" cy="1674465"/>
          </a:xfrm>
          <a:prstGeom prst="roundRect">
            <a:avLst>
              <a:gd name="adj" fmla="val 682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92550" y="1315343"/>
            <a:ext cx="229938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492550" y="1818233"/>
            <a:ext cx="2299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Mobile-Native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3492550" y="2094458"/>
            <a:ext cx="229938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from anywhere. Single screen architecture. Output is primary — your product updating live in a WebView.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27849" y="1124843"/>
            <a:ext cx="2635300" cy="1674465"/>
          </a:xfrm>
          <a:prstGeom prst="roundRect">
            <a:avLst>
              <a:gd name="adj" fmla="val 682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18349" y="1315343"/>
            <a:ext cx="229938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318349" y="1818233"/>
            <a:ext cx="2299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6318349" y="2094458"/>
            <a:ext cx="229938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strength from day one. Proper architecture, error handling, scalability. Engineers approve first.</a:t>
            </a:r>
            <a:endParaRPr lang="en-US" sz="900" dirty="0"/>
          </a:p>
        </p:txBody>
      </p:sp>
      <p:pic>
        <p:nvPicPr>
          <p:cNvPr id="16" name="Image 1" descr="/tmp/rasterized-gradient-7fae96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456682"/>
            <a:ext cx="5295900" cy="973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850" y="3685282"/>
            <a:ext cx="49354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704850" y="3934718"/>
            <a:ext cx="49354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primary. Agent is ambient. Code is invisible.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962650" y="3442395"/>
            <a:ext cx="2800350" cy="1001911"/>
          </a:xfrm>
          <a:prstGeom prst="roundRect">
            <a:avLst>
              <a:gd name="adj" fmla="val 11408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53150" y="3632895"/>
            <a:ext cx="24677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6153150" y="3882330"/>
            <a:ext cx="24677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engineers first. If it satisfies those who know production code, it satisfies anyone.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Spoken Reality by Via</dc:title>
  <dc:subject>PptxGenJS Presentation</dc:subject>
  <dc:creator>Via</dc:creator>
  <cp:lastModifiedBy>Via</cp:lastModifiedBy>
  <cp:revision>1</cp:revision>
  <dcterms:created xsi:type="dcterms:W3CDTF">2025-12-30T01:20:46Z</dcterms:created>
  <dcterms:modified xsi:type="dcterms:W3CDTF">2025-12-30T01:20:46Z</dcterms:modified>
</cp:coreProperties>
</file>